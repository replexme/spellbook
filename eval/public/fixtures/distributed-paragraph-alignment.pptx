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Distributed-alignment regression: digits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Distributed-alignment regression: korean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Distributed-alignment regression: spaces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Distributed-alignment regression: single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Distributed-alignment regression: hebrew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Distributed-alignment regression: cjk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Distributed-alignment regression: last-line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Distributed-alignment regression: wrapped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Distributed-alignment regression: justify-control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Distributed-alignment regression: hebrew-single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Distributed-alignment regression: arabic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Distributed-alignment regression: arabic-single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dist"/>
            <a:r>
              <a:rPr sz="4400">
                <a:latin typeface="Arial"/>
              </a:rPr>
              <a:t>319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dist"/>
            <a:r>
              <a:rPr sz="4400">
                <a:latin typeface="Malgun Gothic"/>
              </a:rPr>
              <a:t>한글 정렬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dist"/>
            <a:r>
              <a:rPr sz="4400">
                <a:latin typeface="Arial"/>
              </a:rPr>
              <a:t>A B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dist"/>
            <a:r>
              <a:rPr sz="4400">
                <a:latin typeface="Arial"/>
              </a:rPr>
              <a:t>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dist" rtl="1"/>
            <a:r>
              <a:rPr sz="4400">
                <a:latin typeface="Arial"/>
              </a:rPr>
              <a:t>שלום עולם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dist"/>
            <a:r>
              <a:rPr sz="4400">
                <a:latin typeface="Arial"/>
              </a:rPr>
              <a:t>中文对齐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dist"/>
            <a:r>
              <a:rPr sz="4400">
                <a:latin typeface="Arial"/>
              </a:rPr>
              <a:t>The final line</a:t>
            </a:r>
          </a:p>
          <a:p>
            <a:pPr algn="dist"/>
            <a:r>
              <a:rPr sz="4400">
                <a:latin typeface="Arial"/>
              </a:rPr>
              <a:t>spreads too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dist"/>
            <a:r>
              <a:rPr sz="3200">
                <a:latin typeface="Arial"/>
              </a:rPr>
              <a:t>Long words with spaces wrap over multiple lines and distribute even the final 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/>
            <a:r>
              <a:rPr sz="4400">
                <a:latin typeface="Arial"/>
              </a:rPr>
              <a:t>A B 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dist" rtl="1"/>
            <a:r>
              <a:rPr sz="4400">
                <a:latin typeface="Arial"/>
              </a:rPr>
              <a:t>שלום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dist" rtl="1"/>
            <a:r>
              <a:rPr sz="4400">
                <a:latin typeface="Arial"/>
              </a:rPr>
              <a:t>مرحبا بالعالم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dist" rtl="1"/>
            <a:r>
              <a:rPr sz="4400">
                <a:latin typeface="Arial"/>
              </a:rPr>
              <a:t>مرحبا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